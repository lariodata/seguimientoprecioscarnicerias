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587" r:id="rId4"/>
  </p:sldMasterIdLst>
  <p:notesMasterIdLst>
    <p:notesMasterId r:id="rId7"/>
  </p:notesMasterIdLst>
  <p:handoutMasterIdLst>
    <p:handoutMasterId r:id="rId8"/>
  </p:handoutMasterIdLst>
  <p:sldIdLst>
    <p:sldId id="261" r:id="rId5"/>
    <p:sldId id="2147482393" r:id="rId6"/>
  </p:sldIdLst>
  <p:sldSz cx="12187238" cy="6859588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60944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12188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82832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243777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3047213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3656656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4266097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4875541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pos="255" userDrawn="1">
          <p15:clr>
            <a:srgbClr val="A4A3A4"/>
          </p15:clr>
        </p15:guide>
        <p15:guide id="13" orient="horz" pos="2435" userDrawn="1">
          <p15:clr>
            <a:srgbClr val="A4A3A4"/>
          </p15:clr>
        </p15:guide>
        <p15:guide id="14" orient="horz" pos="1117" userDrawn="1">
          <p15:clr>
            <a:srgbClr val="A4A3A4"/>
          </p15:clr>
        </p15:guide>
        <p15:guide id="15" orient="horz" pos="807" userDrawn="1">
          <p15:clr>
            <a:srgbClr val="A4A3A4"/>
          </p15:clr>
        </p15:guide>
        <p15:guide id="17" orient="horz" pos="4199" userDrawn="1">
          <p15:clr>
            <a:srgbClr val="A4A3A4"/>
          </p15:clr>
        </p15:guide>
        <p15:guide id="18" orient="horz" pos="3317" userDrawn="1">
          <p15:clr>
            <a:srgbClr val="A4A3A4"/>
          </p15:clr>
        </p15:guide>
        <p15:guide id="20" orient="horz" pos="597" userDrawn="1">
          <p15:clr>
            <a:srgbClr val="A4A3A4"/>
          </p15:clr>
        </p15:guide>
        <p15:guide id="22" pos="1278">
          <p15:clr>
            <a:srgbClr val="A4A3A4"/>
          </p15:clr>
        </p15:guide>
        <p15:guide id="24" pos="2513" userDrawn="1">
          <p15:clr>
            <a:srgbClr val="A4A3A4"/>
          </p15:clr>
        </p15:guide>
        <p15:guide id="25" pos="2696" userDrawn="1">
          <p15:clr>
            <a:srgbClr val="A4A3A4"/>
          </p15:clr>
        </p15:guide>
        <p15:guide id="26" pos="3748" userDrawn="1">
          <p15:clr>
            <a:srgbClr val="A4A3A4"/>
          </p15:clr>
        </p15:guide>
        <p15:guide id="27" pos="3929">
          <p15:clr>
            <a:srgbClr val="A4A3A4"/>
          </p15:clr>
        </p15:guide>
        <p15:guide id="28" pos="5162" userDrawn="1">
          <p15:clr>
            <a:srgbClr val="A4A3A4"/>
          </p15:clr>
        </p15:guide>
        <p15:guide id="29" pos="4980" userDrawn="1">
          <p15:clr>
            <a:srgbClr val="A4A3A4"/>
          </p15:clr>
        </p15:guide>
        <p15:guide id="30" pos="6218">
          <p15:clr>
            <a:srgbClr val="A4A3A4"/>
          </p15:clr>
        </p15:guide>
        <p15:guide id="31" pos="6399">
          <p15:clr>
            <a:srgbClr val="A4A3A4"/>
          </p15:clr>
        </p15:guide>
        <p15:guide id="40" orient="horz" pos="4032">
          <p15:clr>
            <a:srgbClr val="A4A3A4"/>
          </p15:clr>
        </p15:guide>
        <p15:guide id="42" orient="horz" pos="876" userDrawn="1">
          <p15:clr>
            <a:srgbClr val="A4A3A4"/>
          </p15:clr>
        </p15:guide>
        <p15:guide id="43" pos="1458" userDrawn="1">
          <p15:clr>
            <a:srgbClr val="A4A3A4"/>
          </p15:clr>
        </p15:guide>
        <p15:guide id="44" pos="7452" userDrawn="1">
          <p15:clr>
            <a:srgbClr val="A4A3A4"/>
          </p15:clr>
        </p15:guide>
        <p15:guide id="45" pos="1460">
          <p15:clr>
            <a:srgbClr val="A4A3A4"/>
          </p15:clr>
        </p15:guide>
        <p15:guide id="46" orient="horz" pos="4179">
          <p15:clr>
            <a:srgbClr val="A4A3A4"/>
          </p15:clr>
        </p15:guide>
        <p15:guide id="47" orient="horz" pos="401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ucinda Pidcock" initials="LP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2167AE"/>
    <a:srgbClr val="2F539C"/>
    <a:srgbClr val="FB6E05"/>
    <a:srgbClr val="23366F"/>
    <a:srgbClr val="1A528A"/>
    <a:srgbClr val="DAD2BD"/>
    <a:srgbClr val="D0DBF1"/>
    <a:srgbClr val="EFECED"/>
    <a:srgbClr val="DDE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80384C-E34A-4932-B365-7C196687C4FE}" v="2" dt="2026-01-21T14:20:46.217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17" autoAdjust="0"/>
    <p:restoredTop sz="94434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432" y="96"/>
      </p:cViewPr>
      <p:guideLst>
        <p:guide pos="255"/>
        <p:guide orient="horz" pos="2435"/>
        <p:guide orient="horz" pos="1117"/>
        <p:guide orient="horz" pos="807"/>
        <p:guide orient="horz" pos="4199"/>
        <p:guide orient="horz" pos="3317"/>
        <p:guide orient="horz" pos="597"/>
        <p:guide pos="1278"/>
        <p:guide pos="2513"/>
        <p:guide pos="2696"/>
        <p:guide pos="3748"/>
        <p:guide pos="3929"/>
        <p:guide pos="5162"/>
        <p:guide pos="4980"/>
        <p:guide pos="6218"/>
        <p:guide pos="6399"/>
        <p:guide orient="horz" pos="4032"/>
        <p:guide orient="horz" pos="876"/>
        <p:guide pos="1458"/>
        <p:guide pos="7452"/>
        <p:guide pos="1460"/>
        <p:guide orient="horz" pos="4179"/>
        <p:guide orient="horz" pos="4014"/>
      </p:guideLst>
    </p:cSldViewPr>
  </p:slideViewPr>
  <p:outlineViewPr>
    <p:cViewPr>
      <p:scale>
        <a:sx n="33" d="100"/>
        <a:sy n="33" d="100"/>
      </p:scale>
      <p:origin x="0" y="264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 showGuides="1">
      <p:cViewPr varScale="1">
        <p:scale>
          <a:sx n="60" d="100"/>
          <a:sy n="60" d="100"/>
        </p:scale>
        <p:origin x="3187" y="4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Marozzi" userId="abb86050-55bb-4840-ad81-72dfbb1f36d8" providerId="ADAL" clId="{9DE3A89B-E28C-496C-B261-3375D79891E7}"/>
    <pc:docChg chg="undo custSel modSld">
      <pc:chgData name="Rodrigo Marozzi" userId="abb86050-55bb-4840-ad81-72dfbb1f36d8" providerId="ADAL" clId="{9DE3A89B-E28C-496C-B261-3375D79891E7}" dt="2026-01-21T14:20:46.217" v="180" actId="478"/>
      <pc:docMkLst>
        <pc:docMk/>
      </pc:docMkLst>
      <pc:sldChg chg="modSp mod">
        <pc:chgData name="Rodrigo Marozzi" userId="abb86050-55bb-4840-ad81-72dfbb1f36d8" providerId="ADAL" clId="{9DE3A89B-E28C-496C-B261-3375D79891E7}" dt="2026-01-21T14:20:28.497" v="177" actId="20577"/>
        <pc:sldMkLst>
          <pc:docMk/>
          <pc:sldMk cId="714241122" sldId="261"/>
        </pc:sldMkLst>
        <pc:spChg chg="mod">
          <ac:chgData name="Rodrigo Marozzi" userId="abb86050-55bb-4840-ad81-72dfbb1f36d8" providerId="ADAL" clId="{9DE3A89B-E28C-496C-B261-3375D79891E7}" dt="2026-01-21T14:20:28.497" v="177" actId="20577"/>
          <ac:spMkLst>
            <pc:docMk/>
            <pc:sldMk cId="714241122" sldId="261"/>
            <ac:spMk id="3" creationId="{DA1D2B20-B6A2-5A8D-CC12-8F62603C6972}"/>
          </ac:spMkLst>
        </pc:spChg>
      </pc:sldChg>
      <pc:sldChg chg="delSp mod">
        <pc:chgData name="Rodrigo Marozzi" userId="abb86050-55bb-4840-ad81-72dfbb1f36d8" providerId="ADAL" clId="{9DE3A89B-E28C-496C-B261-3375D79891E7}" dt="2026-01-21T14:20:46.217" v="180" actId="478"/>
        <pc:sldMkLst>
          <pc:docMk/>
          <pc:sldMk cId="1323024895" sldId="2147482393"/>
        </pc:sldMkLst>
        <pc:grpChg chg="del">
          <ac:chgData name="Rodrigo Marozzi" userId="abb86050-55bb-4840-ad81-72dfbb1f36d8" providerId="ADAL" clId="{9DE3A89B-E28C-496C-B261-3375D79891E7}" dt="2026-01-21T14:20:44.106" v="178" actId="478"/>
          <ac:grpSpMkLst>
            <pc:docMk/>
            <pc:sldMk cId="1323024895" sldId="2147482393"/>
            <ac:grpSpMk id="128" creationId="{35617764-4040-3FA6-415A-757BA16EAE4B}"/>
          </ac:grpSpMkLst>
        </pc:grpChg>
        <pc:grpChg chg="del">
          <ac:chgData name="Rodrigo Marozzi" userId="abb86050-55bb-4840-ad81-72dfbb1f36d8" providerId="ADAL" clId="{9DE3A89B-E28C-496C-B261-3375D79891E7}" dt="2026-01-21T14:20:45.195" v="179" actId="478"/>
          <ac:grpSpMkLst>
            <pc:docMk/>
            <pc:sldMk cId="1323024895" sldId="2147482393"/>
            <ac:grpSpMk id="131" creationId="{A7FB190A-72DF-CC88-F2FA-AD7764312906}"/>
          </ac:grpSpMkLst>
        </pc:grpChg>
        <pc:grpChg chg="del">
          <ac:chgData name="Rodrigo Marozzi" userId="abb86050-55bb-4840-ad81-72dfbb1f36d8" providerId="ADAL" clId="{9DE3A89B-E28C-496C-B261-3375D79891E7}" dt="2026-01-21T14:20:46.217" v="180" actId="478"/>
          <ac:grpSpMkLst>
            <pc:docMk/>
            <pc:sldMk cId="1323024895" sldId="2147482393"/>
            <ac:grpSpMk id="140" creationId="{627A71B4-1D47-87DA-C1A1-D956B417F183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-128"/>
              </a:defRPr>
            </a:lvl1pPr>
          </a:lstStyle>
          <a:p>
            <a:pPr>
              <a:defRPr/>
            </a:pPr>
            <a:fld id="{5E4C7717-A413-48EB-9E74-9CC8DF624EC2}" type="datetime1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1/21/2026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-128"/>
              </a:defRPr>
            </a:lvl1pPr>
          </a:lstStyle>
          <a:p>
            <a:pPr>
              <a:defRPr/>
            </a:pPr>
            <a:fld id="{311B6921-662F-4705-A734-0B75ECCE1C4E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‹Nº›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7231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612C19A-B064-4A02-B1DD-2674A5B33712}" type="datetime1">
              <a:rPr lang="en-US" smtClean="0"/>
              <a:pPr>
                <a:defRPr/>
              </a:pPr>
              <a:t>1/21/2026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r>
              <a:rPr lang="en-GB" noProof="0" dirty="0"/>
              <a:t>Rj k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E57817C-C749-40AE-A5FD-F6A74744A7F9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59062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Roboto" panose="02000000000000000000" pitchFamily="2" charset="0"/>
        <a:cs typeface="Arial" panose="020B0604020202020204" pitchFamily="34" charset="0"/>
      </a:defRPr>
    </a:lvl1pPr>
    <a:lvl2pPr marL="60944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Roboto" panose="02000000000000000000" pitchFamily="2" charset="0"/>
        <a:cs typeface="+mn-cs"/>
      </a:defRPr>
    </a:lvl2pPr>
    <a:lvl3pPr marL="121888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Roboto" panose="02000000000000000000" pitchFamily="2" charset="0"/>
        <a:cs typeface="+mn-cs"/>
      </a:defRPr>
    </a:lvl3pPr>
    <a:lvl4pPr marL="1828328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Roboto" panose="02000000000000000000" pitchFamily="2" charset="0"/>
        <a:cs typeface="+mn-cs"/>
      </a:defRPr>
    </a:lvl4pPr>
    <a:lvl5pPr marL="2437771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Roboto" panose="02000000000000000000" pitchFamily="2" charset="0"/>
        <a:cs typeface="+mn-cs"/>
      </a:defRPr>
    </a:lvl5pPr>
    <a:lvl6pPr marL="3047213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_2Columns_White_SBlue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55602" y="323043"/>
            <a:ext cx="11470399" cy="468000"/>
          </a:xfrm>
        </p:spPr>
        <p:txBody>
          <a:bodyPr/>
          <a:lstStyle>
            <a:lvl1pPr algn="l">
              <a:defRPr sz="3000" b="1">
                <a:solidFill>
                  <a:srgbClr val="1A528A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dirty="0"/>
              <a:t>INSERT MAIN TITLE AT 36PT MIN 30PT</a:t>
            </a:r>
            <a:endParaRPr lang="en-AU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1017" y="6671166"/>
            <a:ext cx="7947660" cy="1837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Graphik" panose="020B0503030202060203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Copyright © 2024 Accenture. Todos los derechos reservados.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429337" y="6670540"/>
            <a:ext cx="2743200" cy="18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Graphik" panose="020B0503030202060203" pitchFamily="34" charset="0"/>
                <a:cs typeface="Arial" panose="020B0604020202020204" pitchFamily="34" charset="0"/>
              </a:defRPr>
            </a:lvl1pPr>
          </a:lstStyle>
          <a:p>
            <a:fld id="{26DB8E86-EB69-4F89-A3CB-1B5CBCE9C5C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469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AA9AC-BE75-7BCD-1E78-0C94C25F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B32C05-97D1-2197-21EC-6EC5B4E2A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65AE02-438B-DC3C-A086-1996C2801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05A1-E52D-428E-B85C-FD48B1AFD6EB}" type="datetimeFigureOut">
              <a:rPr lang="es-AR" smtClean="0"/>
              <a:t>21/1/2026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35CD2C-906A-328F-E9FE-A0D9B214C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605C5D-B3E8-EBE6-2512-49C3F693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35C5-2061-4C1D-BD16-651F4589443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46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1284291"/>
            <a:ext cx="11469600" cy="4949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0" y="366037"/>
            <a:ext cx="11469600" cy="543601"/>
          </a:xfrm>
          <a:prstGeom prst="rect">
            <a:avLst/>
          </a:prstGeom>
        </p:spPr>
        <p:txBody>
          <a:bodyPr vert="horz" lIns="0" tIns="60944" rIns="0" bIns="0" rtlCol="0" anchor="t" anchorCtr="0">
            <a:noAutofit/>
          </a:bodyPr>
          <a:lstStyle/>
          <a:p>
            <a:pPr lvl="0"/>
            <a:r>
              <a:rPr lang="en-US" dirty="0"/>
              <a:t>INSERT MAIN TITLE AT 36PT MIN 30PT</a:t>
            </a:r>
            <a:endParaRPr lang="en-AU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1017" y="6671166"/>
            <a:ext cx="7947660" cy="1837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Copyright © 2024 Accenture. Todos los derechos reservados.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429337" y="6670540"/>
            <a:ext cx="2743200" cy="18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6DB8E86-EB69-4F89-A3CB-1B5CBCE9C5C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351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2" r:id="rId1"/>
    <p:sldLayoutId id="2147484813" r:id="rId2"/>
  </p:sldLayoutIdLst>
  <p:hf hd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3600" b="1" kern="1200" cap="all" spc="0" baseline="0" dirty="0" smtClean="0">
          <a:solidFill>
            <a:schemeClr val="tx1"/>
          </a:solidFill>
          <a:latin typeface="+mj-lt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6"/>
        </a:lnSpc>
        <a:spcBef>
          <a:spcPct val="0"/>
        </a:spcBef>
        <a:spcAft>
          <a:spcPct val="0"/>
        </a:spcAft>
        <a:buFont typeface="Arial" charset="0"/>
        <a:defRPr sz="32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6"/>
        </a:lnSpc>
        <a:spcBef>
          <a:spcPct val="0"/>
        </a:spcBef>
        <a:spcAft>
          <a:spcPct val="0"/>
        </a:spcAft>
        <a:buFont typeface="Arial" charset="0"/>
        <a:defRPr sz="32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6"/>
        </a:lnSpc>
        <a:spcBef>
          <a:spcPct val="0"/>
        </a:spcBef>
        <a:spcAft>
          <a:spcPct val="0"/>
        </a:spcAft>
        <a:buFont typeface="Arial" charset="0"/>
        <a:defRPr sz="32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6"/>
        </a:lnSpc>
        <a:spcBef>
          <a:spcPct val="0"/>
        </a:spcBef>
        <a:spcAft>
          <a:spcPct val="0"/>
        </a:spcAft>
        <a:buFont typeface="Arial" charset="0"/>
        <a:defRPr sz="32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443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5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885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5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8328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5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7771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5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10000"/>
        </a:lnSpc>
        <a:spcBef>
          <a:spcPts val="1200"/>
        </a:spcBef>
        <a:spcAft>
          <a:spcPct val="0"/>
        </a:spcAft>
        <a:buFont typeface="Arial" pitchFamily="34" charset="0"/>
        <a:buNone/>
        <a:defRPr sz="1800" kern="1200">
          <a:solidFill>
            <a:schemeClr val="tx1"/>
          </a:solidFill>
          <a:latin typeface="+mj-lt"/>
          <a:ea typeface="Roboto" panose="02000000000000000000" pitchFamily="2" charset="0"/>
          <a:cs typeface="Arial" panose="020B0604020202020204" pitchFamily="34" charset="0"/>
        </a:defRPr>
      </a:lvl1pPr>
      <a:lvl2pPr marL="216000" indent="-2160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•"/>
        <a:defRPr sz="1800" kern="1200">
          <a:solidFill>
            <a:schemeClr val="tx1"/>
          </a:solidFill>
          <a:latin typeface="+mj-lt"/>
          <a:ea typeface="Roboto" panose="02000000000000000000" pitchFamily="2" charset="0"/>
          <a:cs typeface="Arial" panose="020B0604020202020204" pitchFamily="34" charset="0"/>
        </a:defRPr>
      </a:lvl2pPr>
      <a:lvl3pPr marL="432000" indent="-2160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‒"/>
        <a:tabLst/>
        <a:defRPr sz="1800" kern="1200">
          <a:solidFill>
            <a:schemeClr val="tx1"/>
          </a:solidFill>
          <a:latin typeface="+mj-lt"/>
          <a:ea typeface="Roboto" panose="02000000000000000000" pitchFamily="2" charset="0"/>
          <a:cs typeface="Arial" panose="020B0604020202020204" pitchFamily="34" charset="0"/>
        </a:defRPr>
      </a:lvl3pPr>
      <a:lvl4pPr marL="612000" indent="-2160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•"/>
        <a:defRPr sz="1800" kern="1200">
          <a:solidFill>
            <a:schemeClr val="tx1"/>
          </a:solidFill>
          <a:latin typeface="+mj-lt"/>
          <a:ea typeface="Roboto" panose="02000000000000000000" pitchFamily="2" charset="0"/>
          <a:cs typeface="Arial" panose="020B0604020202020204" pitchFamily="34" charset="0"/>
        </a:defRPr>
      </a:lvl4pPr>
      <a:lvl5pPr marL="864000" indent="-2160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‒"/>
        <a:defRPr sz="1800" kern="1200">
          <a:solidFill>
            <a:schemeClr val="tx1"/>
          </a:solidFill>
          <a:latin typeface="+mj-lt"/>
          <a:ea typeface="Roboto" panose="02000000000000000000" pitchFamily="2" charset="0"/>
          <a:cs typeface="Arial" panose="020B0604020202020204" pitchFamily="34" charset="0"/>
        </a:defRPr>
      </a:lvl5pPr>
      <a:lvl6pPr marL="3351933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35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52" userDrawn="1">
          <p15:clr>
            <a:srgbClr val="F26B43"/>
          </p15:clr>
        </p15:guide>
        <p15:guide id="4" pos="1278" userDrawn="1">
          <p15:clr>
            <a:srgbClr val="F26B43"/>
          </p15:clr>
        </p15:guide>
        <p15:guide id="6" pos="2513" userDrawn="1">
          <p15:clr>
            <a:srgbClr val="F26B43"/>
          </p15:clr>
        </p15:guide>
        <p15:guide id="7" pos="2696" userDrawn="1">
          <p15:clr>
            <a:srgbClr val="F26B43"/>
          </p15:clr>
        </p15:guide>
        <p15:guide id="8" pos="3929" userDrawn="1">
          <p15:clr>
            <a:srgbClr val="F26B43"/>
          </p15:clr>
        </p15:guide>
        <p15:guide id="9" pos="3748" userDrawn="1">
          <p15:clr>
            <a:srgbClr val="F26B43"/>
          </p15:clr>
        </p15:guide>
        <p15:guide id="10" pos="4980" userDrawn="1">
          <p15:clr>
            <a:srgbClr val="F26B43"/>
          </p15:clr>
        </p15:guide>
        <p15:guide id="11" pos="5162" userDrawn="1">
          <p15:clr>
            <a:srgbClr val="F26B43"/>
          </p15:clr>
        </p15:guide>
        <p15:guide id="12" pos="6218" userDrawn="1">
          <p15:clr>
            <a:srgbClr val="F26B43"/>
          </p15:clr>
        </p15:guide>
        <p15:guide id="13" pos="6399" userDrawn="1">
          <p15:clr>
            <a:srgbClr val="F26B43"/>
          </p15:clr>
        </p15:guide>
        <p15:guide id="14" orient="horz" pos="876" userDrawn="1">
          <p15:clr>
            <a:srgbClr val="F26B43"/>
          </p15:clr>
        </p15:guide>
        <p15:guide id="15" orient="horz" pos="1118" userDrawn="1">
          <p15:clr>
            <a:srgbClr val="F26B43"/>
          </p15:clr>
        </p15:guide>
        <p15:guide id="16" orient="horz" pos="3756" userDrawn="1">
          <p15:clr>
            <a:srgbClr val="F26B43"/>
          </p15:clr>
        </p15:guide>
        <p15:guide id="17" orient="horz" pos="573" userDrawn="1">
          <p15:clr>
            <a:srgbClr val="F26B43"/>
          </p15:clr>
        </p15:guide>
        <p15:guide id="18" orient="horz" pos="4032" userDrawn="1">
          <p15:clr>
            <a:srgbClr val="F26B43"/>
          </p15:clr>
        </p15:guide>
        <p15:guide id="19" orient="horz" pos="4199" userDrawn="1">
          <p15:clr>
            <a:srgbClr val="F26B43"/>
          </p15:clr>
        </p15:guide>
        <p15:guide id="20" orient="horz" pos="807" userDrawn="1">
          <p15:clr>
            <a:srgbClr val="F26B43"/>
          </p15:clr>
        </p15:guide>
        <p15:guide id="21" pos="14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120C5ED-2336-4F7F-B5DD-BAF89041D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4"/>
            <a:ext cx="12187238" cy="685532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622AB39-8272-7534-67BA-74404D37360F}"/>
              </a:ext>
            </a:extLst>
          </p:cNvPr>
          <p:cNvSpPr txBox="1">
            <a:spLocks/>
          </p:cNvSpPr>
          <p:nvPr/>
        </p:nvSpPr>
        <p:spPr>
          <a:xfrm>
            <a:off x="28009" y="4130477"/>
            <a:ext cx="5150279" cy="1092419"/>
          </a:xfrm>
          <a:prstGeom prst="rect">
            <a:avLst/>
          </a:prstGeom>
        </p:spPr>
        <p:txBody>
          <a:bodyPr lIns="91404" tIns="45702" rIns="91404" bIns="45702" anchor="t"/>
          <a:lstStyle>
            <a:defPPr>
              <a:defRPr lang="es-A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noProof="1">
                <a:solidFill>
                  <a:schemeClr val="bg1"/>
                </a:solidFill>
                <a:latin typeface="+mj-lt"/>
              </a:rPr>
              <a:t>Agosto, 2025</a:t>
            </a:r>
          </a:p>
          <a:p>
            <a:endParaRPr lang="pt-BR" sz="2799" b="1" noProof="1"/>
          </a:p>
          <a:p>
            <a:endParaRPr lang="pt-BR" sz="2799" noProof="1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DA1D2B20-B6A2-5A8D-CC12-8F62603C6972}"/>
              </a:ext>
            </a:extLst>
          </p:cNvPr>
          <p:cNvSpPr txBox="1">
            <a:spLocks/>
          </p:cNvSpPr>
          <p:nvPr/>
        </p:nvSpPr>
        <p:spPr>
          <a:xfrm>
            <a:off x="4871849" y="2388293"/>
            <a:ext cx="6178929" cy="2083003"/>
          </a:xfrm>
          <a:prstGeom prst="rect">
            <a:avLst/>
          </a:prstGeom>
        </p:spPr>
        <p:txBody>
          <a:bodyPr vert="horz" lIns="91404" tIns="45702" rIns="91404" bIns="45702" rtlCol="0" anchor="ctr">
            <a:normAutofit/>
          </a:bodyPr>
          <a:lstStyle>
            <a:defPPr>
              <a:defRPr lang="es-AR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398" dirty="0" err="1"/>
              <a:t>Seguimiento</a:t>
            </a:r>
            <a:r>
              <a:rPr lang="pt-BR" sz="4398" dirty="0"/>
              <a:t> de </a:t>
            </a:r>
            <a:r>
              <a:rPr lang="pt-BR" sz="4398" dirty="0" err="1"/>
              <a:t>precios</a:t>
            </a:r>
            <a:endParaRPr lang="pt-BR" sz="4398" dirty="0"/>
          </a:p>
        </p:txBody>
      </p:sp>
    </p:spTree>
    <p:extLst>
      <p:ext uri="{BB962C8B-B14F-4D97-AF65-F5344CB8AC3E}">
        <p14:creationId xmlns:p14="http://schemas.microsoft.com/office/powerpoint/2010/main" val="714241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11E97E-A1C6-03F2-75CD-E53050AF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323043"/>
            <a:ext cx="6953768" cy="468000"/>
          </a:xfrm>
        </p:spPr>
        <p:txBody>
          <a:bodyPr/>
          <a:lstStyle/>
          <a:p>
            <a:r>
              <a:rPr lang="es-MX" dirty="0" err="1">
                <a:solidFill>
                  <a:srgbClr val="339933"/>
                </a:solidFill>
              </a:rPr>
              <a:t>EstaDO</a:t>
            </a:r>
            <a:r>
              <a:rPr lang="es-MX" dirty="0">
                <a:solidFill>
                  <a:srgbClr val="339933"/>
                </a:solidFill>
              </a:rPr>
              <a:t> al 27 de noviembre</a:t>
            </a:r>
            <a:endParaRPr lang="en-US" dirty="0">
              <a:solidFill>
                <a:srgbClr val="339933"/>
              </a:solidFill>
            </a:endParaRPr>
          </a:p>
        </p:txBody>
      </p: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1E5333AB-DB7F-2266-535F-0ED982CE7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141455"/>
              </p:ext>
            </p:extLst>
          </p:nvPr>
        </p:nvGraphicFramePr>
        <p:xfrm>
          <a:off x="698782" y="804642"/>
          <a:ext cx="10495381" cy="3159265"/>
        </p:xfrm>
        <a:graphic>
          <a:graphicData uri="http://schemas.openxmlformats.org/drawingml/2006/table">
            <a:tbl>
              <a:tblPr/>
              <a:tblGrid>
                <a:gridCol w="4724509">
                  <a:extLst>
                    <a:ext uri="{9D8B030D-6E8A-4147-A177-3AD203B41FA5}">
                      <a16:colId xmlns:a16="http://schemas.microsoft.com/office/drawing/2014/main" val="3405337285"/>
                    </a:ext>
                  </a:extLst>
                </a:gridCol>
                <a:gridCol w="480906">
                  <a:extLst>
                    <a:ext uri="{9D8B030D-6E8A-4147-A177-3AD203B41FA5}">
                      <a16:colId xmlns:a16="http://schemas.microsoft.com/office/drawing/2014/main" val="2616058256"/>
                    </a:ext>
                  </a:extLst>
                </a:gridCol>
                <a:gridCol w="480153">
                  <a:extLst>
                    <a:ext uri="{9D8B030D-6E8A-4147-A177-3AD203B41FA5}">
                      <a16:colId xmlns:a16="http://schemas.microsoft.com/office/drawing/2014/main" val="2478240921"/>
                    </a:ext>
                  </a:extLst>
                </a:gridCol>
                <a:gridCol w="481659">
                  <a:extLst>
                    <a:ext uri="{9D8B030D-6E8A-4147-A177-3AD203B41FA5}">
                      <a16:colId xmlns:a16="http://schemas.microsoft.com/office/drawing/2014/main" val="1115008857"/>
                    </a:ext>
                  </a:extLst>
                </a:gridCol>
                <a:gridCol w="480906">
                  <a:extLst>
                    <a:ext uri="{9D8B030D-6E8A-4147-A177-3AD203B41FA5}">
                      <a16:colId xmlns:a16="http://schemas.microsoft.com/office/drawing/2014/main" val="3051447603"/>
                    </a:ext>
                  </a:extLst>
                </a:gridCol>
                <a:gridCol w="480906">
                  <a:extLst>
                    <a:ext uri="{9D8B030D-6E8A-4147-A177-3AD203B41FA5}">
                      <a16:colId xmlns:a16="http://schemas.microsoft.com/office/drawing/2014/main" val="678042884"/>
                    </a:ext>
                  </a:extLst>
                </a:gridCol>
                <a:gridCol w="480906">
                  <a:extLst>
                    <a:ext uri="{9D8B030D-6E8A-4147-A177-3AD203B41FA5}">
                      <a16:colId xmlns:a16="http://schemas.microsoft.com/office/drawing/2014/main" val="262357824"/>
                    </a:ext>
                  </a:extLst>
                </a:gridCol>
                <a:gridCol w="480906">
                  <a:extLst>
                    <a:ext uri="{9D8B030D-6E8A-4147-A177-3AD203B41FA5}">
                      <a16:colId xmlns:a16="http://schemas.microsoft.com/office/drawing/2014/main" val="360705618"/>
                    </a:ext>
                  </a:extLst>
                </a:gridCol>
                <a:gridCol w="480906">
                  <a:extLst>
                    <a:ext uri="{9D8B030D-6E8A-4147-A177-3AD203B41FA5}">
                      <a16:colId xmlns:a16="http://schemas.microsoft.com/office/drawing/2014/main" val="636644319"/>
                    </a:ext>
                  </a:extLst>
                </a:gridCol>
                <a:gridCol w="480906">
                  <a:extLst>
                    <a:ext uri="{9D8B030D-6E8A-4147-A177-3AD203B41FA5}">
                      <a16:colId xmlns:a16="http://schemas.microsoft.com/office/drawing/2014/main" val="2582973094"/>
                    </a:ext>
                  </a:extLst>
                </a:gridCol>
                <a:gridCol w="480906">
                  <a:extLst>
                    <a:ext uri="{9D8B030D-6E8A-4147-A177-3AD203B41FA5}">
                      <a16:colId xmlns:a16="http://schemas.microsoft.com/office/drawing/2014/main" val="135839667"/>
                    </a:ext>
                  </a:extLst>
                </a:gridCol>
                <a:gridCol w="480906">
                  <a:extLst>
                    <a:ext uri="{9D8B030D-6E8A-4147-A177-3AD203B41FA5}">
                      <a16:colId xmlns:a16="http://schemas.microsoft.com/office/drawing/2014/main" val="2513320995"/>
                    </a:ext>
                  </a:extLst>
                </a:gridCol>
                <a:gridCol w="480906">
                  <a:extLst>
                    <a:ext uri="{9D8B030D-6E8A-4147-A177-3AD203B41FA5}">
                      <a16:colId xmlns:a16="http://schemas.microsoft.com/office/drawing/2014/main" val="2005202391"/>
                    </a:ext>
                  </a:extLst>
                </a:gridCol>
              </a:tblGrid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Fecha</a:t>
                      </a:r>
                    </a:p>
                  </a:txBody>
                  <a:tcPr marL="72000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23-sep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15-oct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20-oct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27-oct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3-nov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10-nov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17-nov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24-nov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01-dic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08-dic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15-dic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r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22-dic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246738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Actividades / Semanas</a:t>
                      </a:r>
                    </a:p>
                  </a:txBody>
                  <a:tcPr marL="72000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S0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S1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S2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S3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S4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S5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S6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S7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S8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S9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S10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 fontAlgn="b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S11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5668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517160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Preparación de proyecto y aprobación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031476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Entrevistas y evaluación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02122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Entendimiento de situación actual de la plataforma de datos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416321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Consolidación de hallazgos y conclusiones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677922"/>
                  </a:ext>
                </a:extLst>
              </a:tr>
              <a:tr h="164518">
                <a:tc>
                  <a:txBody>
                    <a:bodyPr/>
                    <a:lstStyle/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Evaluación herramienta BI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882140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Diagnóstico estado actual de los datos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668052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038206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Visión del futuro de gestión y plataforma de datos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67AE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091380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Mapa alto nivel de procesos de gestión de datos a ser implementados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67AE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67AE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3886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Propuesta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diagrama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componentes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arquitectura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datos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67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082454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Comparativo de herramientas propuestas en la arquitectura aplicativa de datos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787137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60543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00407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Identificación de iniciativas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882413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Propuesta de iniciativas de corto, mediano y largo plazo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73647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Interacción de portafolio vs iniciativas propuestas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032711"/>
                  </a:ext>
                </a:extLst>
              </a:tr>
              <a:tr h="164518"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72000"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Ficha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técnica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iniciativas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prioritarias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(Top 10)</a:t>
                      </a:r>
                    </a:p>
                  </a:txBody>
                  <a:tcPr marL="7620" marR="7620" marT="762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60944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1218885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828328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243777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3047213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3656656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4266097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4875541" algn="l" defTabSz="121888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fontAlgn="b"/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673" marR="5673" marT="567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378345"/>
                  </a:ext>
                </a:extLst>
              </a:tr>
            </a:tbl>
          </a:graphicData>
        </a:graphic>
      </p:graphicFrame>
      <p:sp>
        <p:nvSpPr>
          <p:cNvPr id="113" name="Rectangle 112">
            <a:extLst>
              <a:ext uri="{FF2B5EF4-FFF2-40B4-BE49-F238E27FC236}">
                <a16:creationId xmlns:a16="http://schemas.microsoft.com/office/drawing/2014/main" id="{19261B3B-EB99-FC06-C124-91E58D517078}"/>
              </a:ext>
            </a:extLst>
          </p:cNvPr>
          <p:cNvSpPr/>
          <p:nvPr/>
        </p:nvSpPr>
        <p:spPr>
          <a:xfrm>
            <a:off x="9077545" y="2108363"/>
            <a:ext cx="1817534" cy="19058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Cierre de entregables “Descubrir”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A73FCD3-162A-1669-97C5-44B0A929EE58}"/>
              </a:ext>
            </a:extLst>
          </p:cNvPr>
          <p:cNvSpPr/>
          <p:nvPr/>
        </p:nvSpPr>
        <p:spPr>
          <a:xfrm>
            <a:off x="11617197" y="3658346"/>
            <a:ext cx="918842" cy="1635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Cierre de Proyecto</a:t>
            </a:r>
          </a:p>
        </p:txBody>
      </p:sp>
      <p:sp>
        <p:nvSpPr>
          <p:cNvPr id="149" name="Isosceles Triangle 148">
            <a:extLst>
              <a:ext uri="{FF2B5EF4-FFF2-40B4-BE49-F238E27FC236}">
                <a16:creationId xmlns:a16="http://schemas.microsoft.com/office/drawing/2014/main" id="{FCC28ECF-4F56-8F53-34A9-31724896B134}"/>
              </a:ext>
            </a:extLst>
          </p:cNvPr>
          <p:cNvSpPr/>
          <p:nvPr/>
        </p:nvSpPr>
        <p:spPr>
          <a:xfrm>
            <a:off x="9185467" y="2009955"/>
            <a:ext cx="199129" cy="144379"/>
          </a:xfrm>
          <a:prstGeom prst="triangle">
            <a:avLst/>
          </a:prstGeom>
          <a:solidFill>
            <a:srgbClr val="E21A2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9" name="Isosceles Triangle 158">
            <a:extLst>
              <a:ext uri="{FF2B5EF4-FFF2-40B4-BE49-F238E27FC236}">
                <a16:creationId xmlns:a16="http://schemas.microsoft.com/office/drawing/2014/main" id="{06A19D84-AC4B-5688-46F8-19C061914937}"/>
              </a:ext>
            </a:extLst>
          </p:cNvPr>
          <p:cNvSpPr/>
          <p:nvPr/>
        </p:nvSpPr>
        <p:spPr>
          <a:xfrm>
            <a:off x="11517633" y="3645930"/>
            <a:ext cx="199129" cy="144379"/>
          </a:xfrm>
          <a:prstGeom prst="triangle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8DC51B17-0BDB-120F-3377-3E2328112BB9}"/>
              </a:ext>
            </a:extLst>
          </p:cNvPr>
          <p:cNvGrpSpPr/>
          <p:nvPr/>
        </p:nvGrpSpPr>
        <p:grpSpPr>
          <a:xfrm>
            <a:off x="11061313" y="164940"/>
            <a:ext cx="998767" cy="230832"/>
            <a:chOff x="10626771" y="233965"/>
            <a:chExt cx="998767" cy="230832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BD16371-B9C7-017D-A4D8-DE610D2D46A6}"/>
                </a:ext>
              </a:extLst>
            </p:cNvPr>
            <p:cNvSpPr/>
            <p:nvPr/>
          </p:nvSpPr>
          <p:spPr>
            <a:xfrm>
              <a:off x="10626771" y="313381"/>
              <a:ext cx="180000" cy="72000"/>
            </a:xfrm>
            <a:prstGeom prst="rect">
              <a:avLst/>
            </a:prstGeom>
            <a:solidFill>
              <a:srgbClr val="00B050"/>
            </a:solidFill>
            <a:ln w="19050">
              <a:noFill/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17343E7-B969-337D-3321-0FD6EEF99538}"/>
                </a:ext>
              </a:extLst>
            </p:cNvPr>
            <p:cNvSpPr txBox="1"/>
            <p:nvPr/>
          </p:nvSpPr>
          <p:spPr>
            <a:xfrm>
              <a:off x="10766648" y="233965"/>
              <a:ext cx="85889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MX" sz="900" dirty="0">
                  <a:latin typeface="+mj-lt"/>
                </a:rPr>
                <a:t>En proceso</a:t>
              </a:r>
              <a:endParaRPr lang="en-US" sz="900" dirty="0">
                <a:latin typeface="+mj-lt"/>
              </a:endParaRP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434DB9C-1B11-6054-AE95-AB2811FB9DF5}"/>
              </a:ext>
            </a:extLst>
          </p:cNvPr>
          <p:cNvGrpSpPr/>
          <p:nvPr/>
        </p:nvGrpSpPr>
        <p:grpSpPr>
          <a:xfrm>
            <a:off x="11061313" y="303228"/>
            <a:ext cx="998767" cy="230832"/>
            <a:chOff x="10626771" y="233965"/>
            <a:chExt cx="998767" cy="230832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A1A5DB2E-AACB-7CD5-5B77-693B467A38F7}"/>
                </a:ext>
              </a:extLst>
            </p:cNvPr>
            <p:cNvSpPr/>
            <p:nvPr/>
          </p:nvSpPr>
          <p:spPr>
            <a:xfrm>
              <a:off x="10626771" y="313381"/>
              <a:ext cx="180000" cy="72000"/>
            </a:xfrm>
            <a:prstGeom prst="rect">
              <a:avLst/>
            </a:prstGeom>
            <a:solidFill>
              <a:srgbClr val="FFC000"/>
            </a:solidFill>
            <a:ln w="19050">
              <a:noFill/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12EB496F-34B3-65C8-C704-657C0453D6A6}"/>
                </a:ext>
              </a:extLst>
            </p:cNvPr>
            <p:cNvSpPr txBox="1"/>
            <p:nvPr/>
          </p:nvSpPr>
          <p:spPr>
            <a:xfrm>
              <a:off x="10766648" y="233965"/>
              <a:ext cx="85889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MX" sz="900" dirty="0">
                  <a:latin typeface="+mj-lt"/>
                </a:rPr>
                <a:t>En riesgo</a:t>
              </a:r>
              <a:endParaRPr lang="en-US" sz="900" dirty="0">
                <a:latin typeface="+mj-lt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4931FB3-F29B-089A-C643-E6277BCB8DDD}"/>
              </a:ext>
            </a:extLst>
          </p:cNvPr>
          <p:cNvGrpSpPr/>
          <p:nvPr/>
        </p:nvGrpSpPr>
        <p:grpSpPr>
          <a:xfrm>
            <a:off x="11061313" y="441517"/>
            <a:ext cx="998767" cy="230832"/>
            <a:chOff x="10626771" y="233965"/>
            <a:chExt cx="998767" cy="230832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E47014CE-F083-0DF8-48C7-ABB97DC1B099}"/>
                </a:ext>
              </a:extLst>
            </p:cNvPr>
            <p:cNvSpPr/>
            <p:nvPr/>
          </p:nvSpPr>
          <p:spPr>
            <a:xfrm>
              <a:off x="10626771" y="313381"/>
              <a:ext cx="180000" cy="72000"/>
            </a:xfrm>
            <a:prstGeom prst="rect">
              <a:avLst/>
            </a:prstGeom>
            <a:solidFill>
              <a:srgbClr val="C00000"/>
            </a:solidFill>
            <a:ln w="19050">
              <a:noFill/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C59BC748-F2BC-A97B-D52B-C0E3621EAF75}"/>
                </a:ext>
              </a:extLst>
            </p:cNvPr>
            <p:cNvSpPr txBox="1"/>
            <p:nvPr/>
          </p:nvSpPr>
          <p:spPr>
            <a:xfrm>
              <a:off x="10766648" y="233965"/>
              <a:ext cx="85889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MX" sz="900" dirty="0">
                  <a:latin typeface="+mj-lt"/>
                </a:rPr>
                <a:t>En retraso</a:t>
              </a:r>
              <a:endParaRPr lang="en-US" sz="900" dirty="0">
                <a:latin typeface="+mj-lt"/>
              </a:endParaRP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8B175EC-E927-8FC7-99CB-924AD0521609}"/>
              </a:ext>
            </a:extLst>
          </p:cNvPr>
          <p:cNvGrpSpPr/>
          <p:nvPr/>
        </p:nvGrpSpPr>
        <p:grpSpPr>
          <a:xfrm>
            <a:off x="11061313" y="26652"/>
            <a:ext cx="998767" cy="230832"/>
            <a:chOff x="10626771" y="233965"/>
            <a:chExt cx="998767" cy="230832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1A906B4D-90E8-5F0E-3677-EDFD561C1406}"/>
                </a:ext>
              </a:extLst>
            </p:cNvPr>
            <p:cNvSpPr/>
            <p:nvPr/>
          </p:nvSpPr>
          <p:spPr>
            <a:xfrm>
              <a:off x="10626771" y="313381"/>
              <a:ext cx="180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9050">
              <a:noFill/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699E5D1A-AED4-7892-CA3F-467B392EB0B4}"/>
                </a:ext>
              </a:extLst>
            </p:cNvPr>
            <p:cNvSpPr txBox="1"/>
            <p:nvPr/>
          </p:nvSpPr>
          <p:spPr>
            <a:xfrm>
              <a:off x="10766648" y="233965"/>
              <a:ext cx="85889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MX" sz="900" dirty="0">
                  <a:latin typeface="+mj-lt"/>
                </a:rPr>
                <a:t>Terminada</a:t>
              </a:r>
              <a:endParaRPr lang="en-US" sz="900" dirty="0">
                <a:latin typeface="+mj-lt"/>
              </a:endParaRP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FF6AFAA-A7F6-2BEB-3DAB-06BF7B4AC4E8}"/>
              </a:ext>
            </a:extLst>
          </p:cNvPr>
          <p:cNvGrpSpPr/>
          <p:nvPr/>
        </p:nvGrpSpPr>
        <p:grpSpPr>
          <a:xfrm>
            <a:off x="6973140" y="3840287"/>
            <a:ext cx="2532399" cy="239935"/>
            <a:chOff x="10626771" y="224862"/>
            <a:chExt cx="2532399" cy="239935"/>
          </a:xfrm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9340C27-6ED5-91FE-43DC-04228E0CBBAE}"/>
                </a:ext>
              </a:extLst>
            </p:cNvPr>
            <p:cNvSpPr/>
            <p:nvPr/>
          </p:nvSpPr>
          <p:spPr>
            <a:xfrm>
              <a:off x="10626771" y="313381"/>
              <a:ext cx="180000" cy="72000"/>
            </a:xfrm>
            <a:prstGeom prst="rect">
              <a:avLst/>
            </a:prstGeom>
            <a:solidFill>
              <a:srgbClr val="0070C0"/>
            </a:solidFill>
            <a:ln w="19050">
              <a:noFill/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D644801-5CC4-F992-F446-BF52E40173D6}"/>
                </a:ext>
              </a:extLst>
            </p:cNvPr>
            <p:cNvSpPr txBox="1"/>
            <p:nvPr/>
          </p:nvSpPr>
          <p:spPr>
            <a:xfrm>
              <a:off x="10766648" y="224862"/>
              <a:ext cx="2392522" cy="2399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MX" sz="900" dirty="0">
                  <a:latin typeface="+mj-lt"/>
                </a:rPr>
                <a:t>No iniciada - Actividad</a:t>
              </a:r>
              <a:endParaRPr lang="en-US" sz="900" dirty="0">
                <a:latin typeface="+mj-lt"/>
              </a:endParaRP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8013AE6D-813E-8C71-99C0-505FEE674B09}"/>
              </a:ext>
            </a:extLst>
          </p:cNvPr>
          <p:cNvGrpSpPr/>
          <p:nvPr/>
        </p:nvGrpSpPr>
        <p:grpSpPr>
          <a:xfrm>
            <a:off x="8704455" y="3829026"/>
            <a:ext cx="2532399" cy="239935"/>
            <a:chOff x="10626771" y="224862"/>
            <a:chExt cx="2532399" cy="239935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9EDCD69-9A30-AAD4-20A2-6B95EDCDF2C3}"/>
                </a:ext>
              </a:extLst>
            </p:cNvPr>
            <p:cNvSpPr/>
            <p:nvPr/>
          </p:nvSpPr>
          <p:spPr>
            <a:xfrm>
              <a:off x="10626771" y="313381"/>
              <a:ext cx="180000" cy="72000"/>
            </a:xfrm>
            <a:prstGeom prst="rect">
              <a:avLst/>
            </a:prstGeom>
            <a:solidFill>
              <a:srgbClr val="FF7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E3CF6FFF-5560-D16D-11EA-15D0F1B60956}"/>
                </a:ext>
              </a:extLst>
            </p:cNvPr>
            <p:cNvSpPr txBox="1"/>
            <p:nvPr/>
          </p:nvSpPr>
          <p:spPr>
            <a:xfrm>
              <a:off x="10766648" y="224862"/>
              <a:ext cx="2392522" cy="2399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MX" sz="900" dirty="0">
                  <a:latin typeface="+mj-lt"/>
                </a:rPr>
                <a:t>No iniciada - Reuniones de trabajo</a:t>
              </a:r>
              <a:endParaRPr lang="en-US" sz="900" dirty="0">
                <a:latin typeface="+mj-lt"/>
              </a:endParaRPr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701E464-6988-B770-9566-F4C318563377}"/>
              </a:ext>
            </a:extLst>
          </p:cNvPr>
          <p:cNvGrpSpPr/>
          <p:nvPr/>
        </p:nvGrpSpPr>
        <p:grpSpPr>
          <a:xfrm>
            <a:off x="232649" y="4091406"/>
            <a:ext cx="5656092" cy="1264362"/>
            <a:chOff x="232649" y="4091406"/>
            <a:chExt cx="5656092" cy="1264362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0FBFC6B-9DC8-D6F6-F2B9-EC5B67AEA70A}"/>
                </a:ext>
              </a:extLst>
            </p:cNvPr>
            <p:cNvSpPr/>
            <p:nvPr/>
          </p:nvSpPr>
          <p:spPr>
            <a:xfrm>
              <a:off x="232649" y="4091406"/>
              <a:ext cx="5656092" cy="309133"/>
            </a:xfrm>
            <a:prstGeom prst="rect">
              <a:avLst/>
            </a:prstGeom>
            <a:solidFill>
              <a:srgbClr val="23366F"/>
            </a:solidFill>
            <a:ln w="19050">
              <a:solidFill>
                <a:srgbClr val="2336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Actividades realizadas</a:t>
              </a: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EC3C836A-2878-9F54-143E-46CDB71B695F}"/>
                </a:ext>
              </a:extLst>
            </p:cNvPr>
            <p:cNvSpPr/>
            <p:nvPr/>
          </p:nvSpPr>
          <p:spPr>
            <a:xfrm>
              <a:off x="232649" y="4400539"/>
              <a:ext cx="5656092" cy="9552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dirty="0">
                  <a:solidFill>
                    <a:srgbClr val="000000"/>
                  </a:solidFill>
                </a:rPr>
                <a:t>Finalizar Diagnóstico estado actual de los datos con modificaciones.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dirty="0">
                  <a:solidFill>
                    <a:srgbClr val="000000"/>
                  </a:solidFill>
                </a:rPr>
                <a:t>Reunión con Becker por precios PBI.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000" dirty="0"/>
                <a:t>Presentación Entregable Sistemas y Comercial.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000" dirty="0"/>
                <a:t>Presentación modificaciones </a:t>
              </a:r>
              <a:r>
                <a:rPr lang="es-MX" sz="1000" dirty="0" err="1"/>
                <a:t>Qlik</a:t>
              </a:r>
              <a:r>
                <a:rPr lang="es-MX" sz="1000" dirty="0"/>
                <a:t> vs PBI.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ES" sz="1000" dirty="0">
                <a:solidFill>
                  <a:srgbClr val="000000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ES" sz="1000" dirty="0">
                <a:solidFill>
                  <a:srgbClr val="000000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MX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MX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MX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MX" sz="1000" dirty="0">
                <a:latin typeface="+mj-lt"/>
              </a:endParaRP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6E85DA9-B91D-3EAE-BDA2-F137748BDBE6}"/>
              </a:ext>
            </a:extLst>
          </p:cNvPr>
          <p:cNvGrpSpPr/>
          <p:nvPr/>
        </p:nvGrpSpPr>
        <p:grpSpPr>
          <a:xfrm>
            <a:off x="6368304" y="4081436"/>
            <a:ext cx="5656092" cy="1274332"/>
            <a:chOff x="6368304" y="4081436"/>
            <a:chExt cx="5656092" cy="1274332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0C05C9A-D439-279C-DA4F-D176A9F6D446}"/>
                </a:ext>
              </a:extLst>
            </p:cNvPr>
            <p:cNvSpPr/>
            <p:nvPr/>
          </p:nvSpPr>
          <p:spPr>
            <a:xfrm>
              <a:off x="6368304" y="4081436"/>
              <a:ext cx="5656092" cy="309133"/>
            </a:xfrm>
            <a:prstGeom prst="rect">
              <a:avLst/>
            </a:prstGeom>
            <a:solidFill>
              <a:srgbClr val="23366F"/>
            </a:solidFill>
            <a:ln w="19050">
              <a:solidFill>
                <a:srgbClr val="2336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Actividades de la siguiente semana</a:t>
              </a: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A293CA3B-F064-A65D-993F-095F1A24167F}"/>
                </a:ext>
              </a:extLst>
            </p:cNvPr>
            <p:cNvSpPr/>
            <p:nvPr/>
          </p:nvSpPr>
          <p:spPr>
            <a:xfrm>
              <a:off x="6368304" y="4400539"/>
              <a:ext cx="5656092" cy="9552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dirty="0">
                  <a:solidFill>
                    <a:srgbClr val="000000"/>
                  </a:solidFill>
                  <a:latin typeface="+mj-lt"/>
                </a:rPr>
                <a:t>Reunión con Comerciales.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dirty="0">
                  <a:solidFill>
                    <a:srgbClr val="000000"/>
                  </a:solidFill>
                  <a:latin typeface="+mj-lt"/>
                </a:rPr>
                <a:t>Análisis capacidades futuras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MX" sz="1000" dirty="0">
                <a:highlight>
                  <a:srgbClr val="FFFF00"/>
                </a:highlight>
                <a:latin typeface="+mj-lt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>
                <a:latin typeface="+mj-lt"/>
              </a:endParaRP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7A434CE9-DE05-E174-B6BC-0172FFC7B33D}"/>
              </a:ext>
            </a:extLst>
          </p:cNvPr>
          <p:cNvGrpSpPr/>
          <p:nvPr/>
        </p:nvGrpSpPr>
        <p:grpSpPr>
          <a:xfrm>
            <a:off x="6386812" y="5422197"/>
            <a:ext cx="5656092" cy="1244853"/>
            <a:chOff x="6386812" y="5422197"/>
            <a:chExt cx="5656092" cy="1244853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3409FB5-D57C-CF30-5608-32CB8AE957FC}"/>
                </a:ext>
              </a:extLst>
            </p:cNvPr>
            <p:cNvSpPr/>
            <p:nvPr/>
          </p:nvSpPr>
          <p:spPr>
            <a:xfrm>
              <a:off x="6386812" y="5422197"/>
              <a:ext cx="5656092" cy="309133"/>
            </a:xfrm>
            <a:prstGeom prst="rect">
              <a:avLst/>
            </a:prstGeom>
            <a:solidFill>
              <a:srgbClr val="FB6E05"/>
            </a:solidFill>
            <a:ln w="19050">
              <a:solidFill>
                <a:srgbClr val="FB6E0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Puntos de atención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EE4A107B-2C98-85E6-CF12-E105645A89A4}"/>
                </a:ext>
              </a:extLst>
            </p:cNvPr>
            <p:cNvSpPr/>
            <p:nvPr/>
          </p:nvSpPr>
          <p:spPr>
            <a:xfrm>
              <a:off x="6386812" y="5711821"/>
              <a:ext cx="5656092" cy="9552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B6E05"/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000" dirty="0">
                  <a:latin typeface="+mj-lt"/>
                </a:rPr>
                <a:t>No se realizará encuesta de nivel de madurez.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000" dirty="0">
                  <a:latin typeface="+mj-lt"/>
                </a:rPr>
                <a:t>No se realizará análisis de </a:t>
              </a:r>
              <a:r>
                <a:rPr lang="es-MX" sz="1000" dirty="0" err="1">
                  <a:latin typeface="+mj-lt"/>
                </a:rPr>
                <a:t>ticketera</a:t>
              </a:r>
              <a:r>
                <a:rPr lang="es-MX" sz="1000" dirty="0">
                  <a:latin typeface="+mj-lt"/>
                </a:rPr>
                <a:t>.</a:t>
              </a:r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C45A2E81-C43B-3916-DEE2-B2692909EAE2}"/>
              </a:ext>
            </a:extLst>
          </p:cNvPr>
          <p:cNvGrpSpPr/>
          <p:nvPr/>
        </p:nvGrpSpPr>
        <p:grpSpPr>
          <a:xfrm>
            <a:off x="232649" y="5422197"/>
            <a:ext cx="5656092" cy="1264362"/>
            <a:chOff x="232649" y="5422197"/>
            <a:chExt cx="5656092" cy="1264362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44BF6CFE-FEF4-2331-DFB9-E75AB459A8E0}"/>
                </a:ext>
              </a:extLst>
            </p:cNvPr>
            <p:cNvSpPr/>
            <p:nvPr/>
          </p:nvSpPr>
          <p:spPr>
            <a:xfrm>
              <a:off x="232649" y="5422197"/>
              <a:ext cx="5656092" cy="309133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Hitos de la semana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C5A488E0-C69A-3853-23B3-4A2401909385}"/>
                </a:ext>
              </a:extLst>
            </p:cNvPr>
            <p:cNvSpPr/>
            <p:nvPr/>
          </p:nvSpPr>
          <p:spPr>
            <a:xfrm>
              <a:off x="232649" y="5731330"/>
              <a:ext cx="5656092" cy="9552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endParaRPr lang="es-MX" sz="1000" dirty="0">
                <a:latin typeface="+mj-lt"/>
              </a:endParaRPr>
            </a:p>
          </p:txBody>
        </p:sp>
      </p:grpSp>
      <p:grpSp>
        <p:nvGrpSpPr>
          <p:cNvPr id="201" name="Group 87">
            <a:extLst>
              <a:ext uri="{FF2B5EF4-FFF2-40B4-BE49-F238E27FC236}">
                <a16:creationId xmlns:a16="http://schemas.microsoft.com/office/drawing/2014/main" id="{F69F19BE-9549-924D-99B0-089B78A29D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78788" y="1118949"/>
            <a:ext cx="180000" cy="180000"/>
            <a:chOff x="5510" y="1717"/>
            <a:chExt cx="428" cy="428"/>
          </a:xfrm>
          <a:solidFill>
            <a:srgbClr val="00B050"/>
          </a:solidFill>
        </p:grpSpPr>
        <p:sp>
          <p:nvSpPr>
            <p:cNvPr id="202" name="Freeform 88">
              <a:extLst>
                <a:ext uri="{FF2B5EF4-FFF2-40B4-BE49-F238E27FC236}">
                  <a16:creationId xmlns:a16="http://schemas.microsoft.com/office/drawing/2014/main" id="{A4B026F3-3250-8D9A-71E1-88658F46B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" y="1717"/>
              <a:ext cx="366" cy="339"/>
            </a:xfrm>
            <a:custGeom>
              <a:avLst/>
              <a:gdLst>
                <a:gd name="T0" fmla="*/ 66 w 247"/>
                <a:gd name="T1" fmla="*/ 229 h 229"/>
                <a:gd name="T2" fmla="*/ 62 w 247"/>
                <a:gd name="T3" fmla="*/ 227 h 229"/>
                <a:gd name="T4" fmla="*/ 2 w 247"/>
                <a:gd name="T5" fmla="*/ 167 h 229"/>
                <a:gd name="T6" fmla="*/ 2 w 247"/>
                <a:gd name="T7" fmla="*/ 159 h 229"/>
                <a:gd name="T8" fmla="*/ 10 w 247"/>
                <a:gd name="T9" fmla="*/ 159 h 229"/>
                <a:gd name="T10" fmla="*/ 66 w 247"/>
                <a:gd name="T11" fmla="*/ 214 h 229"/>
                <a:gd name="T12" fmla="*/ 235 w 247"/>
                <a:gd name="T13" fmla="*/ 3 h 229"/>
                <a:gd name="T14" fmla="*/ 244 w 247"/>
                <a:gd name="T15" fmla="*/ 3 h 229"/>
                <a:gd name="T16" fmla="*/ 245 w 247"/>
                <a:gd name="T17" fmla="*/ 11 h 229"/>
                <a:gd name="T18" fmla="*/ 71 w 247"/>
                <a:gd name="T19" fmla="*/ 227 h 229"/>
                <a:gd name="T20" fmla="*/ 66 w 247"/>
                <a:gd name="T21" fmla="*/ 229 h 229"/>
                <a:gd name="T22" fmla="*/ 66 w 247"/>
                <a:gd name="T2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" h="229">
                  <a:moveTo>
                    <a:pt x="66" y="229"/>
                  </a:moveTo>
                  <a:cubicBezTo>
                    <a:pt x="65" y="229"/>
                    <a:pt x="63" y="229"/>
                    <a:pt x="62" y="22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0" y="165"/>
                    <a:pt x="0" y="161"/>
                    <a:pt x="2" y="159"/>
                  </a:cubicBezTo>
                  <a:cubicBezTo>
                    <a:pt x="4" y="157"/>
                    <a:pt x="8" y="157"/>
                    <a:pt x="10" y="159"/>
                  </a:cubicBezTo>
                  <a:cubicBezTo>
                    <a:pt x="66" y="214"/>
                    <a:pt x="66" y="214"/>
                    <a:pt x="66" y="214"/>
                  </a:cubicBezTo>
                  <a:cubicBezTo>
                    <a:pt x="235" y="3"/>
                    <a:pt x="235" y="3"/>
                    <a:pt x="235" y="3"/>
                  </a:cubicBezTo>
                  <a:cubicBezTo>
                    <a:pt x="238" y="1"/>
                    <a:pt x="241" y="0"/>
                    <a:pt x="244" y="3"/>
                  </a:cubicBezTo>
                  <a:cubicBezTo>
                    <a:pt x="246" y="5"/>
                    <a:pt x="247" y="8"/>
                    <a:pt x="245" y="11"/>
                  </a:cubicBezTo>
                  <a:cubicBezTo>
                    <a:pt x="71" y="227"/>
                    <a:pt x="71" y="227"/>
                    <a:pt x="71" y="227"/>
                  </a:cubicBezTo>
                  <a:cubicBezTo>
                    <a:pt x="70" y="228"/>
                    <a:pt x="68" y="229"/>
                    <a:pt x="66" y="229"/>
                  </a:cubicBezTo>
                  <a:cubicBezTo>
                    <a:pt x="66" y="229"/>
                    <a:pt x="66" y="229"/>
                    <a:pt x="66" y="229"/>
                  </a:cubicBezTo>
                  <a:close/>
                </a:path>
              </a:pathLst>
            </a:custGeom>
            <a:grpFill/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3" name="Freeform 89">
              <a:extLst>
                <a:ext uri="{FF2B5EF4-FFF2-40B4-BE49-F238E27FC236}">
                  <a16:creationId xmlns:a16="http://schemas.microsoft.com/office/drawing/2014/main" id="{41B52DAD-6501-A79E-525D-D231820DC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08"/>
              <a:ext cx="337" cy="337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165 w 228"/>
                <a:gd name="T7" fmla="*/ 12 h 228"/>
                <a:gd name="T8" fmla="*/ 168 w 228"/>
                <a:gd name="T9" fmla="*/ 20 h 228"/>
                <a:gd name="T10" fmla="*/ 159 w 228"/>
                <a:gd name="T11" fmla="*/ 23 h 228"/>
                <a:gd name="T12" fmla="*/ 114 w 228"/>
                <a:gd name="T13" fmla="*/ 12 h 228"/>
                <a:gd name="T14" fmla="*/ 12 w 228"/>
                <a:gd name="T15" fmla="*/ 114 h 228"/>
                <a:gd name="T16" fmla="*/ 114 w 228"/>
                <a:gd name="T17" fmla="*/ 216 h 228"/>
                <a:gd name="T18" fmla="*/ 216 w 228"/>
                <a:gd name="T19" fmla="*/ 114 h 228"/>
                <a:gd name="T20" fmla="*/ 214 w 228"/>
                <a:gd name="T21" fmla="*/ 92 h 228"/>
                <a:gd name="T22" fmla="*/ 218 w 228"/>
                <a:gd name="T23" fmla="*/ 84 h 228"/>
                <a:gd name="T24" fmla="*/ 225 w 228"/>
                <a:gd name="T25" fmla="*/ 89 h 228"/>
                <a:gd name="T26" fmla="*/ 228 w 228"/>
                <a:gd name="T27" fmla="*/ 114 h 228"/>
                <a:gd name="T28" fmla="*/ 114 w 228"/>
                <a:gd name="T29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32" y="0"/>
                    <a:pt x="149" y="4"/>
                    <a:pt x="165" y="12"/>
                  </a:cubicBezTo>
                  <a:cubicBezTo>
                    <a:pt x="168" y="14"/>
                    <a:pt x="169" y="17"/>
                    <a:pt x="168" y="20"/>
                  </a:cubicBezTo>
                  <a:cubicBezTo>
                    <a:pt x="166" y="23"/>
                    <a:pt x="162" y="24"/>
                    <a:pt x="159" y="23"/>
                  </a:cubicBezTo>
                  <a:cubicBezTo>
                    <a:pt x="145" y="16"/>
                    <a:pt x="130" y="12"/>
                    <a:pt x="114" y="12"/>
                  </a:cubicBezTo>
                  <a:cubicBezTo>
                    <a:pt x="58" y="12"/>
                    <a:pt x="12" y="58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107"/>
                    <a:pt x="215" y="99"/>
                    <a:pt x="214" y="92"/>
                  </a:cubicBezTo>
                  <a:cubicBezTo>
                    <a:pt x="213" y="88"/>
                    <a:pt x="215" y="85"/>
                    <a:pt x="218" y="84"/>
                  </a:cubicBezTo>
                  <a:cubicBezTo>
                    <a:pt x="221" y="84"/>
                    <a:pt x="225" y="86"/>
                    <a:pt x="225" y="89"/>
                  </a:cubicBezTo>
                  <a:cubicBezTo>
                    <a:pt x="227" y="97"/>
                    <a:pt x="228" y="106"/>
                    <a:pt x="228" y="114"/>
                  </a:cubicBezTo>
                  <a:cubicBezTo>
                    <a:pt x="228" y="177"/>
                    <a:pt x="177" y="228"/>
                    <a:pt x="114" y="228"/>
                  </a:cubicBezTo>
                  <a:close/>
                </a:path>
              </a:pathLst>
            </a:custGeom>
            <a:grpFill/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204" name="Group 87">
            <a:extLst>
              <a:ext uri="{FF2B5EF4-FFF2-40B4-BE49-F238E27FC236}">
                <a16:creationId xmlns:a16="http://schemas.microsoft.com/office/drawing/2014/main" id="{0D08A494-25C1-7BC6-6318-23A1EE9F63A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78788" y="1279539"/>
            <a:ext cx="180000" cy="180000"/>
            <a:chOff x="5510" y="1717"/>
            <a:chExt cx="428" cy="428"/>
          </a:xfrm>
          <a:solidFill>
            <a:srgbClr val="00B050"/>
          </a:solidFill>
        </p:grpSpPr>
        <p:sp>
          <p:nvSpPr>
            <p:cNvPr id="205" name="Freeform 88">
              <a:extLst>
                <a:ext uri="{FF2B5EF4-FFF2-40B4-BE49-F238E27FC236}">
                  <a16:creationId xmlns:a16="http://schemas.microsoft.com/office/drawing/2014/main" id="{8E14E22E-3AD1-00BA-658F-B8F404CE9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" y="1717"/>
              <a:ext cx="366" cy="339"/>
            </a:xfrm>
            <a:custGeom>
              <a:avLst/>
              <a:gdLst>
                <a:gd name="T0" fmla="*/ 66 w 247"/>
                <a:gd name="T1" fmla="*/ 229 h 229"/>
                <a:gd name="T2" fmla="*/ 62 w 247"/>
                <a:gd name="T3" fmla="*/ 227 h 229"/>
                <a:gd name="T4" fmla="*/ 2 w 247"/>
                <a:gd name="T5" fmla="*/ 167 h 229"/>
                <a:gd name="T6" fmla="*/ 2 w 247"/>
                <a:gd name="T7" fmla="*/ 159 h 229"/>
                <a:gd name="T8" fmla="*/ 10 w 247"/>
                <a:gd name="T9" fmla="*/ 159 h 229"/>
                <a:gd name="T10" fmla="*/ 66 w 247"/>
                <a:gd name="T11" fmla="*/ 214 h 229"/>
                <a:gd name="T12" fmla="*/ 235 w 247"/>
                <a:gd name="T13" fmla="*/ 3 h 229"/>
                <a:gd name="T14" fmla="*/ 244 w 247"/>
                <a:gd name="T15" fmla="*/ 3 h 229"/>
                <a:gd name="T16" fmla="*/ 245 w 247"/>
                <a:gd name="T17" fmla="*/ 11 h 229"/>
                <a:gd name="T18" fmla="*/ 71 w 247"/>
                <a:gd name="T19" fmla="*/ 227 h 229"/>
                <a:gd name="T20" fmla="*/ 66 w 247"/>
                <a:gd name="T21" fmla="*/ 229 h 229"/>
                <a:gd name="T22" fmla="*/ 66 w 247"/>
                <a:gd name="T2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" h="229">
                  <a:moveTo>
                    <a:pt x="66" y="229"/>
                  </a:moveTo>
                  <a:cubicBezTo>
                    <a:pt x="65" y="229"/>
                    <a:pt x="63" y="229"/>
                    <a:pt x="62" y="22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0" y="165"/>
                    <a:pt x="0" y="161"/>
                    <a:pt x="2" y="159"/>
                  </a:cubicBezTo>
                  <a:cubicBezTo>
                    <a:pt x="4" y="157"/>
                    <a:pt x="8" y="157"/>
                    <a:pt x="10" y="159"/>
                  </a:cubicBezTo>
                  <a:cubicBezTo>
                    <a:pt x="66" y="214"/>
                    <a:pt x="66" y="214"/>
                    <a:pt x="66" y="214"/>
                  </a:cubicBezTo>
                  <a:cubicBezTo>
                    <a:pt x="235" y="3"/>
                    <a:pt x="235" y="3"/>
                    <a:pt x="235" y="3"/>
                  </a:cubicBezTo>
                  <a:cubicBezTo>
                    <a:pt x="238" y="1"/>
                    <a:pt x="241" y="0"/>
                    <a:pt x="244" y="3"/>
                  </a:cubicBezTo>
                  <a:cubicBezTo>
                    <a:pt x="246" y="5"/>
                    <a:pt x="247" y="8"/>
                    <a:pt x="245" y="11"/>
                  </a:cubicBezTo>
                  <a:cubicBezTo>
                    <a:pt x="71" y="227"/>
                    <a:pt x="71" y="227"/>
                    <a:pt x="71" y="227"/>
                  </a:cubicBezTo>
                  <a:cubicBezTo>
                    <a:pt x="70" y="228"/>
                    <a:pt x="68" y="229"/>
                    <a:pt x="66" y="229"/>
                  </a:cubicBezTo>
                  <a:cubicBezTo>
                    <a:pt x="66" y="229"/>
                    <a:pt x="66" y="229"/>
                    <a:pt x="66" y="229"/>
                  </a:cubicBezTo>
                  <a:close/>
                </a:path>
              </a:pathLst>
            </a:custGeom>
            <a:grpFill/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6" name="Freeform 89">
              <a:extLst>
                <a:ext uri="{FF2B5EF4-FFF2-40B4-BE49-F238E27FC236}">
                  <a16:creationId xmlns:a16="http://schemas.microsoft.com/office/drawing/2014/main" id="{BEA1ED20-415F-2FE1-3ED6-478A5E6BF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08"/>
              <a:ext cx="337" cy="337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165 w 228"/>
                <a:gd name="T7" fmla="*/ 12 h 228"/>
                <a:gd name="T8" fmla="*/ 168 w 228"/>
                <a:gd name="T9" fmla="*/ 20 h 228"/>
                <a:gd name="T10" fmla="*/ 159 w 228"/>
                <a:gd name="T11" fmla="*/ 23 h 228"/>
                <a:gd name="T12" fmla="*/ 114 w 228"/>
                <a:gd name="T13" fmla="*/ 12 h 228"/>
                <a:gd name="T14" fmla="*/ 12 w 228"/>
                <a:gd name="T15" fmla="*/ 114 h 228"/>
                <a:gd name="T16" fmla="*/ 114 w 228"/>
                <a:gd name="T17" fmla="*/ 216 h 228"/>
                <a:gd name="T18" fmla="*/ 216 w 228"/>
                <a:gd name="T19" fmla="*/ 114 h 228"/>
                <a:gd name="T20" fmla="*/ 214 w 228"/>
                <a:gd name="T21" fmla="*/ 92 h 228"/>
                <a:gd name="T22" fmla="*/ 218 w 228"/>
                <a:gd name="T23" fmla="*/ 84 h 228"/>
                <a:gd name="T24" fmla="*/ 225 w 228"/>
                <a:gd name="T25" fmla="*/ 89 h 228"/>
                <a:gd name="T26" fmla="*/ 228 w 228"/>
                <a:gd name="T27" fmla="*/ 114 h 228"/>
                <a:gd name="T28" fmla="*/ 114 w 228"/>
                <a:gd name="T29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32" y="0"/>
                    <a:pt x="149" y="4"/>
                    <a:pt x="165" y="12"/>
                  </a:cubicBezTo>
                  <a:cubicBezTo>
                    <a:pt x="168" y="14"/>
                    <a:pt x="169" y="17"/>
                    <a:pt x="168" y="20"/>
                  </a:cubicBezTo>
                  <a:cubicBezTo>
                    <a:pt x="166" y="23"/>
                    <a:pt x="162" y="24"/>
                    <a:pt x="159" y="23"/>
                  </a:cubicBezTo>
                  <a:cubicBezTo>
                    <a:pt x="145" y="16"/>
                    <a:pt x="130" y="12"/>
                    <a:pt x="114" y="12"/>
                  </a:cubicBezTo>
                  <a:cubicBezTo>
                    <a:pt x="58" y="12"/>
                    <a:pt x="12" y="58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107"/>
                    <a:pt x="215" y="99"/>
                    <a:pt x="214" y="92"/>
                  </a:cubicBezTo>
                  <a:cubicBezTo>
                    <a:pt x="213" y="88"/>
                    <a:pt x="215" y="85"/>
                    <a:pt x="218" y="84"/>
                  </a:cubicBezTo>
                  <a:cubicBezTo>
                    <a:pt x="221" y="84"/>
                    <a:pt x="225" y="86"/>
                    <a:pt x="225" y="89"/>
                  </a:cubicBezTo>
                  <a:cubicBezTo>
                    <a:pt x="227" y="97"/>
                    <a:pt x="228" y="106"/>
                    <a:pt x="228" y="114"/>
                  </a:cubicBezTo>
                  <a:cubicBezTo>
                    <a:pt x="228" y="177"/>
                    <a:pt x="177" y="228"/>
                    <a:pt x="114" y="228"/>
                  </a:cubicBezTo>
                  <a:close/>
                </a:path>
              </a:pathLst>
            </a:custGeom>
            <a:grpFill/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207" name="Group 87">
            <a:extLst>
              <a:ext uri="{FF2B5EF4-FFF2-40B4-BE49-F238E27FC236}">
                <a16:creationId xmlns:a16="http://schemas.microsoft.com/office/drawing/2014/main" id="{107BFBAB-F3E3-1F23-749A-BDC1DF1644D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78788" y="1440130"/>
            <a:ext cx="180000" cy="180000"/>
            <a:chOff x="5510" y="1717"/>
            <a:chExt cx="428" cy="428"/>
          </a:xfrm>
          <a:solidFill>
            <a:srgbClr val="00B050"/>
          </a:solidFill>
        </p:grpSpPr>
        <p:sp>
          <p:nvSpPr>
            <p:cNvPr id="208" name="Freeform 88">
              <a:extLst>
                <a:ext uri="{FF2B5EF4-FFF2-40B4-BE49-F238E27FC236}">
                  <a16:creationId xmlns:a16="http://schemas.microsoft.com/office/drawing/2014/main" id="{4F11A0B6-395F-F8BA-DC51-344E62BC0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" y="1717"/>
              <a:ext cx="366" cy="339"/>
            </a:xfrm>
            <a:custGeom>
              <a:avLst/>
              <a:gdLst>
                <a:gd name="T0" fmla="*/ 66 w 247"/>
                <a:gd name="T1" fmla="*/ 229 h 229"/>
                <a:gd name="T2" fmla="*/ 62 w 247"/>
                <a:gd name="T3" fmla="*/ 227 h 229"/>
                <a:gd name="T4" fmla="*/ 2 w 247"/>
                <a:gd name="T5" fmla="*/ 167 h 229"/>
                <a:gd name="T6" fmla="*/ 2 w 247"/>
                <a:gd name="T7" fmla="*/ 159 h 229"/>
                <a:gd name="T8" fmla="*/ 10 w 247"/>
                <a:gd name="T9" fmla="*/ 159 h 229"/>
                <a:gd name="T10" fmla="*/ 66 w 247"/>
                <a:gd name="T11" fmla="*/ 214 h 229"/>
                <a:gd name="T12" fmla="*/ 235 w 247"/>
                <a:gd name="T13" fmla="*/ 3 h 229"/>
                <a:gd name="T14" fmla="*/ 244 w 247"/>
                <a:gd name="T15" fmla="*/ 3 h 229"/>
                <a:gd name="T16" fmla="*/ 245 w 247"/>
                <a:gd name="T17" fmla="*/ 11 h 229"/>
                <a:gd name="T18" fmla="*/ 71 w 247"/>
                <a:gd name="T19" fmla="*/ 227 h 229"/>
                <a:gd name="T20" fmla="*/ 66 w 247"/>
                <a:gd name="T21" fmla="*/ 229 h 229"/>
                <a:gd name="T22" fmla="*/ 66 w 247"/>
                <a:gd name="T2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" h="229">
                  <a:moveTo>
                    <a:pt x="66" y="229"/>
                  </a:moveTo>
                  <a:cubicBezTo>
                    <a:pt x="65" y="229"/>
                    <a:pt x="63" y="229"/>
                    <a:pt x="62" y="22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0" y="165"/>
                    <a:pt x="0" y="161"/>
                    <a:pt x="2" y="159"/>
                  </a:cubicBezTo>
                  <a:cubicBezTo>
                    <a:pt x="4" y="157"/>
                    <a:pt x="8" y="157"/>
                    <a:pt x="10" y="159"/>
                  </a:cubicBezTo>
                  <a:cubicBezTo>
                    <a:pt x="66" y="214"/>
                    <a:pt x="66" y="214"/>
                    <a:pt x="66" y="214"/>
                  </a:cubicBezTo>
                  <a:cubicBezTo>
                    <a:pt x="235" y="3"/>
                    <a:pt x="235" y="3"/>
                    <a:pt x="235" y="3"/>
                  </a:cubicBezTo>
                  <a:cubicBezTo>
                    <a:pt x="238" y="1"/>
                    <a:pt x="241" y="0"/>
                    <a:pt x="244" y="3"/>
                  </a:cubicBezTo>
                  <a:cubicBezTo>
                    <a:pt x="246" y="5"/>
                    <a:pt x="247" y="8"/>
                    <a:pt x="245" y="11"/>
                  </a:cubicBezTo>
                  <a:cubicBezTo>
                    <a:pt x="71" y="227"/>
                    <a:pt x="71" y="227"/>
                    <a:pt x="71" y="227"/>
                  </a:cubicBezTo>
                  <a:cubicBezTo>
                    <a:pt x="70" y="228"/>
                    <a:pt x="68" y="229"/>
                    <a:pt x="66" y="229"/>
                  </a:cubicBezTo>
                  <a:cubicBezTo>
                    <a:pt x="66" y="229"/>
                    <a:pt x="66" y="229"/>
                    <a:pt x="66" y="229"/>
                  </a:cubicBezTo>
                  <a:close/>
                </a:path>
              </a:pathLst>
            </a:custGeom>
            <a:grpFill/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9" name="Freeform 89">
              <a:extLst>
                <a:ext uri="{FF2B5EF4-FFF2-40B4-BE49-F238E27FC236}">
                  <a16:creationId xmlns:a16="http://schemas.microsoft.com/office/drawing/2014/main" id="{5432C8D7-409F-A5FE-C3B8-D52DC6B35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08"/>
              <a:ext cx="337" cy="337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165 w 228"/>
                <a:gd name="T7" fmla="*/ 12 h 228"/>
                <a:gd name="T8" fmla="*/ 168 w 228"/>
                <a:gd name="T9" fmla="*/ 20 h 228"/>
                <a:gd name="T10" fmla="*/ 159 w 228"/>
                <a:gd name="T11" fmla="*/ 23 h 228"/>
                <a:gd name="T12" fmla="*/ 114 w 228"/>
                <a:gd name="T13" fmla="*/ 12 h 228"/>
                <a:gd name="T14" fmla="*/ 12 w 228"/>
                <a:gd name="T15" fmla="*/ 114 h 228"/>
                <a:gd name="T16" fmla="*/ 114 w 228"/>
                <a:gd name="T17" fmla="*/ 216 h 228"/>
                <a:gd name="T18" fmla="*/ 216 w 228"/>
                <a:gd name="T19" fmla="*/ 114 h 228"/>
                <a:gd name="T20" fmla="*/ 214 w 228"/>
                <a:gd name="T21" fmla="*/ 92 h 228"/>
                <a:gd name="T22" fmla="*/ 218 w 228"/>
                <a:gd name="T23" fmla="*/ 84 h 228"/>
                <a:gd name="T24" fmla="*/ 225 w 228"/>
                <a:gd name="T25" fmla="*/ 89 h 228"/>
                <a:gd name="T26" fmla="*/ 228 w 228"/>
                <a:gd name="T27" fmla="*/ 114 h 228"/>
                <a:gd name="T28" fmla="*/ 114 w 228"/>
                <a:gd name="T29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32" y="0"/>
                    <a:pt x="149" y="4"/>
                    <a:pt x="165" y="12"/>
                  </a:cubicBezTo>
                  <a:cubicBezTo>
                    <a:pt x="168" y="14"/>
                    <a:pt x="169" y="17"/>
                    <a:pt x="168" y="20"/>
                  </a:cubicBezTo>
                  <a:cubicBezTo>
                    <a:pt x="166" y="23"/>
                    <a:pt x="162" y="24"/>
                    <a:pt x="159" y="23"/>
                  </a:cubicBezTo>
                  <a:cubicBezTo>
                    <a:pt x="145" y="16"/>
                    <a:pt x="130" y="12"/>
                    <a:pt x="114" y="12"/>
                  </a:cubicBezTo>
                  <a:cubicBezTo>
                    <a:pt x="58" y="12"/>
                    <a:pt x="12" y="58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107"/>
                    <a:pt x="215" y="99"/>
                    <a:pt x="214" y="92"/>
                  </a:cubicBezTo>
                  <a:cubicBezTo>
                    <a:pt x="213" y="88"/>
                    <a:pt x="215" y="85"/>
                    <a:pt x="218" y="84"/>
                  </a:cubicBezTo>
                  <a:cubicBezTo>
                    <a:pt x="221" y="84"/>
                    <a:pt x="225" y="86"/>
                    <a:pt x="225" y="89"/>
                  </a:cubicBezTo>
                  <a:cubicBezTo>
                    <a:pt x="227" y="97"/>
                    <a:pt x="228" y="106"/>
                    <a:pt x="228" y="114"/>
                  </a:cubicBezTo>
                  <a:cubicBezTo>
                    <a:pt x="228" y="177"/>
                    <a:pt x="177" y="228"/>
                    <a:pt x="114" y="228"/>
                  </a:cubicBezTo>
                  <a:close/>
                </a:path>
              </a:pathLst>
            </a:custGeom>
            <a:grpFill/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0F31526-331B-36BD-3C0E-0B8B10183AFB}"/>
              </a:ext>
            </a:extLst>
          </p:cNvPr>
          <p:cNvGrpSpPr/>
          <p:nvPr/>
        </p:nvGrpSpPr>
        <p:grpSpPr>
          <a:xfrm>
            <a:off x="10559202" y="526045"/>
            <a:ext cx="1167179" cy="3349552"/>
            <a:chOff x="7589520" y="479142"/>
            <a:chExt cx="1167179" cy="3349552"/>
          </a:xfrm>
        </p:grpSpPr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87319C8D-16A8-B92E-CB4E-290F2BD36E10}"/>
                </a:ext>
              </a:extLst>
            </p:cNvPr>
            <p:cNvGrpSpPr/>
            <p:nvPr/>
          </p:nvGrpSpPr>
          <p:grpSpPr>
            <a:xfrm>
              <a:off x="7589520" y="506058"/>
              <a:ext cx="199129" cy="3322636"/>
              <a:chOff x="7924800" y="475578"/>
              <a:chExt cx="199129" cy="3322636"/>
            </a:xfrm>
          </p:grpSpPr>
          <p:sp>
            <p:nvSpPr>
              <p:cNvPr id="210" name="Isosceles Triangle 209">
                <a:extLst>
                  <a:ext uri="{FF2B5EF4-FFF2-40B4-BE49-F238E27FC236}">
                    <a16:creationId xmlns:a16="http://schemas.microsoft.com/office/drawing/2014/main" id="{F3823DD5-DAC6-ACA8-B945-8A3A8CF798B7}"/>
                  </a:ext>
                </a:extLst>
              </p:cNvPr>
              <p:cNvSpPr/>
              <p:nvPr/>
            </p:nvSpPr>
            <p:spPr>
              <a:xfrm>
                <a:off x="7924800" y="3676268"/>
                <a:ext cx="199129" cy="121946"/>
              </a:xfrm>
              <a:prstGeom prst="triangle">
                <a:avLst/>
              </a:prstGeom>
              <a:solidFill>
                <a:srgbClr val="C00000"/>
              </a:solidFill>
              <a:ln w="19050">
                <a:noFill/>
                <a:prstDash val="sysDot"/>
                <a:headEnd type="none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A9D8DD10-F05D-6938-C909-6B6F512578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24364" y="475578"/>
                <a:ext cx="0" cy="3240000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9777364C-18A0-B799-9030-D18582719ACE}"/>
                </a:ext>
              </a:extLst>
            </p:cNvPr>
            <p:cNvSpPr txBox="1"/>
            <p:nvPr/>
          </p:nvSpPr>
          <p:spPr>
            <a:xfrm>
              <a:off x="7659576" y="479142"/>
              <a:ext cx="10971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b="1" dirty="0">
                  <a:solidFill>
                    <a:srgbClr val="C00000"/>
                  </a:solidFill>
                  <a:latin typeface="+mj-lt"/>
                </a:rPr>
                <a:t>04/12</a:t>
              </a:r>
              <a:endParaRPr lang="en-US" sz="1200" b="1" dirty="0">
                <a:solidFill>
                  <a:srgbClr val="C00000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3024895"/>
      </p:ext>
    </p:extLst>
  </p:cSld>
  <p:clrMapOvr>
    <a:masterClrMapping/>
  </p:clrMapOvr>
</p:sld>
</file>

<file path=ppt/theme/theme1.xml><?xml version="1.0" encoding="utf-8"?>
<a:theme xmlns:a="http://schemas.openxmlformats.org/drawingml/2006/main" name="AI Master">
  <a:themeElements>
    <a:clrScheme name="Custom 1">
      <a:dk1>
        <a:srgbClr val="000000"/>
      </a:dk1>
      <a:lt1>
        <a:srgbClr val="FFFFFF"/>
      </a:lt1>
      <a:dk2>
        <a:srgbClr val="003344"/>
      </a:dk2>
      <a:lt2>
        <a:srgbClr val="778888"/>
      </a:lt2>
      <a:accent1>
        <a:srgbClr val="2F539C"/>
      </a:accent1>
      <a:accent2>
        <a:srgbClr val="C1C1C1"/>
      </a:accent2>
      <a:accent3>
        <a:srgbClr val="00BBEE"/>
      </a:accent3>
      <a:accent4>
        <a:srgbClr val="003344"/>
      </a:accent4>
      <a:accent5>
        <a:srgbClr val="408FCD"/>
      </a:accent5>
      <a:accent6>
        <a:srgbClr val="2F539C"/>
      </a:accent6>
      <a:hlink>
        <a:srgbClr val="666666"/>
      </a:hlink>
      <a:folHlink>
        <a:srgbClr val="778888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 w="19050">
          <a:noFill/>
          <a:prstDash val="sysDot"/>
          <a:headEnd type="none" w="med" len="med"/>
          <a:tailEnd type="oval" w="med" len="med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bg1"/>
          </a:solidFill>
          <a:prstDash val="dot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C7E82836-3C31-4F02-8048-AE21F34BA326}" vid="{9579DB22-905C-49D7-AC0D-BFB0D2E891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TaxCatchAll xmlns="9a2a99dc-c105-4997-92fb-c0dc23fe4849" xsi:nil="true"/>
    <lcf76f155ced4ddcb4097134ff3c332f xmlns="348ade10-7816-4847-acc0-fae632c4245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F39F1E8F850945A95A2CD747A6980A" ma:contentTypeVersion="14" ma:contentTypeDescription="Create a new document." ma:contentTypeScope="" ma:versionID="c271e88baeb5c5dea70106fc1b7f2bc6">
  <xsd:schema xmlns:xsd="http://www.w3.org/2001/XMLSchema" xmlns:xs="http://www.w3.org/2001/XMLSchema" xmlns:p="http://schemas.microsoft.com/office/2006/metadata/properties" xmlns:ns2="348ade10-7816-4847-acc0-fae632c42458" xmlns:ns3="9a2a99dc-c105-4997-92fb-c0dc23fe4849" targetNamespace="http://schemas.microsoft.com/office/2006/metadata/properties" ma:root="true" ma:fieldsID="a8da8431173b8be96171690c7534e560" ns2:_="" ns3:_="">
    <xsd:import namespace="348ade10-7816-4847-acc0-fae632c42458"/>
    <xsd:import namespace="9a2a99dc-c105-4997-92fb-c0dc23fe48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8ade10-7816-4847-acc0-fae632c424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a99dc-c105-4997-92fb-c0dc23fe484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f836e397-34a8-4220-a153-aa9a8dd86649}" ma:internalName="TaxCatchAll" ma:showField="CatchAllData" ma:web="9a2a99dc-c105-4997-92fb-c0dc23fe48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F8FF39-A5D2-4C20-89CA-E0BB61C09927}">
  <ds:schemaRefs>
    <ds:schemaRef ds:uri="http://purl.org/dc/elements/1.1/"/>
    <ds:schemaRef ds:uri="348ade10-7816-4847-acc0-fae632c42458"/>
    <ds:schemaRef ds:uri="http://purl.org/dc/terms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9a2a99dc-c105-4997-92fb-c0dc23fe484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5AEDFDA-FE40-48EC-9D83-05689C1A41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8ade10-7816-4847-acc0-fae632c42458"/>
    <ds:schemaRef ds:uri="9a2a99dc-c105-4997-92fb-c0dc23fe48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A443F5-38EB-420F-81BC-7E1C7B4EC05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AI_Master_Template_v1.0</Template>
  <TotalTime>35008</TotalTime>
  <Words>299</Words>
  <Application>Microsoft Office PowerPoint</Application>
  <PresentationFormat>Personalizado</PresentationFormat>
  <Paragraphs>136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Graphik</vt:lpstr>
      <vt:lpstr>AI Master</vt:lpstr>
      <vt:lpstr>Presentación de PowerPoint</vt:lpstr>
      <vt:lpstr>EstaDO al 27 de noviembre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2.0 Modelo de Operação Atual</dc:title>
  <dc:creator>Portilho, Denis C.</dc:creator>
  <cp:lastModifiedBy>Rodrigo Marozzi</cp:lastModifiedBy>
  <cp:revision>549</cp:revision>
  <cp:lastPrinted>2009-05-13T12:37:25Z</cp:lastPrinted>
  <dcterms:created xsi:type="dcterms:W3CDTF">2017-04-13T18:30:37Z</dcterms:created>
  <dcterms:modified xsi:type="dcterms:W3CDTF">2026-01-21T14:20:52Z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0x0101002FF39F1E8F850945A95A2CD747A6980A</vt:lpwstr>
  </property>
  <property fmtid="{D5CDD505-2E9C-101B-9397-08002B2CF9AE}" pid="3" name="UserName">
    <vt:lpwstr>lpidcock</vt:lpwstr>
  </property>
  <property fmtid="{D5CDD505-2E9C-101B-9397-08002B2CF9AE}" pid="4" name="ComputerName">
    <vt:lpwstr>DLOADMIN</vt:lpwstr>
  </property>
  <property fmtid="{D5CDD505-2E9C-101B-9397-08002B2CF9AE}" pid="5" name="palette_size">
    <vt:lpwstr>6</vt:lpwstr>
  </property>
  <property fmtid="{D5CDD505-2E9C-101B-9397-08002B2CF9AE}" pid="6" name="TaxKeyword">
    <vt:lpwstr/>
  </property>
  <property fmtid="{D5CDD505-2E9C-101B-9397-08002B2CF9AE}" pid="7" name="TaxCatchAll">
    <vt:lpwstr/>
  </property>
  <property fmtid="{D5CDD505-2E9C-101B-9397-08002B2CF9AE}" pid="8" name="TaxKeywordTaxHTField">
    <vt:lpwstr/>
  </property>
  <property fmtid="{D5CDD505-2E9C-101B-9397-08002B2CF9AE}" pid="9" name="MediaServiceImageTags">
    <vt:lpwstr/>
  </property>
</Properties>
</file>